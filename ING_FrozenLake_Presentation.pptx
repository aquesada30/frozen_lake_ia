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34462-D808-30E3-D025-039129345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FF4E21-D870-98BE-BCC6-26522E017C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8C7463-6E47-21A4-C6A9-5B63D8E17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68991B-26B3-0D0D-D291-106C08BC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9C18AA-0038-5D91-6209-2EC0150D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38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67E3E9-1B71-0BE7-AD40-9F1DBF401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05C165-1576-9D5C-4ADA-5D9442DF1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2660BC-C2A2-9EE7-F78C-CABD67C3A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049A90-27A6-D29B-4501-9DF72182E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844DC8-2DD7-1E62-EDB6-1BF0A0690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2342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87236-59F7-823F-7CC6-463EC49D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8248C35-0534-0E86-CCD2-D7C493D8E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697D3F-6176-355B-391B-7D06D70E4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823BF8-BA33-7EB1-8952-96F2DA67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9F9B04-D2F6-D9BE-3B50-35AACC5B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834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CE991-BED1-8417-4801-01F71373F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A24591-2B39-06BE-1208-1B3A8F0D3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CDCD42-0A8B-DD60-6B71-44807D0DC3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EA6D1B-B1EB-D916-9925-9A5AFADA4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EBC8C9-B06E-3BB7-E104-BA20075A6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A688AA-36EB-F6CA-0B2F-EB66FBF76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3894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1F0846-167A-0B56-0F69-C785A5B4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3791675-DF1E-FEB5-83A8-0563939CD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FDDB49-48FD-21C4-7D71-830276D7A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FC91EE-92A0-E5BD-0F6C-A93733182B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8FE49E8-B2E0-F30A-C43D-BB32EFAE4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D74C99-B7D1-1017-E52E-13F5071C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3BB88C-F001-4D0D-7262-79AFFC09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E0724EE-0FA1-474C-DDFC-B2B890A4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330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5B44EF-1A9B-96DC-8810-18414F97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989576B-9A2D-B726-2CF0-6D74750F2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5182794-2CA2-626E-71AC-D6DF096FA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4AF1C9B-9AF2-6CC7-35B3-D65C01DC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764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AD9CCFA-1964-02EF-5E97-FF2FABF9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FBE52A-94AB-A92C-6EF0-75EC11A4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8628C5-6D0E-70A7-3D71-5D96AC43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9581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FEE98-DBA8-A6E0-C509-A4843D40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B7923A-8BB5-EE84-55A0-58F97CFDF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B1D441-7496-169C-F6D2-F90A8410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5F4085-E2D4-0AD8-E3DB-2DCE61471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95ABBB-E386-9D39-4DC8-643A488A8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C80BF3-6162-449E-3D1C-C307E6835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2720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D3563-0CE7-0DC1-6FFD-7637D07D6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4FBC2A3-23AF-BCA9-51E0-D0CF4EE3C8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B17F51-65D2-F6A5-8D4F-F6939244C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B82878-A3DD-D710-985B-C0DD82E2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E809F1-8DF3-150A-1D49-3486B640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845506-AA18-CE56-CC63-53103196C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829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D5189-C917-DEEB-8DF6-9FB670705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1353D9C-93A0-DC08-472B-AA33A94A9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0FCD8-CEAE-4879-12EF-DAC3B56A2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175038-8BC8-EF1B-EB64-3CD9E8DB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6E22F5-22BE-5473-A740-3AF95BE52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6494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C859F1E-8BB5-B5AB-5E0B-AB77D51F9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CAD855-171C-A289-E3F1-C0EBFC4A9E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34680-3AF6-DC69-670B-41D82F2E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6B4168-0449-0DCF-71C6-D67FF3829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2660C01-CD2B-1FB2-DFDF-5B25447B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1562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E1BF49-6C3B-9F7B-92F0-991EA53F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290A08-17DE-371F-E58B-4898F7371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D33E9B-B748-E3A0-4AB1-A3AD3A25B4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1674B-938B-4595-AB43-188BBD74E0EA}" type="datetimeFigureOut">
              <a:rPr lang="es-ES" smtClean="0"/>
              <a:t>19/05/2026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5407E-F8AE-575A-E287-650F2072B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E80AC1-9765-D7E1-0055-91E4A552C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780F9-535A-4249-A8BB-8B32B38EEC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5209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Beware of Ice | Big River Ambulance District">
            <a:extLst>
              <a:ext uri="{FF2B5EF4-FFF2-40B4-BE49-F238E27FC236}">
                <a16:creationId xmlns:a16="http://schemas.microsoft.com/office/drawing/2014/main" id="{F55E9348-5614-4CAF-D6C0-D75357FDC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A20927B-1804-43E0-0E32-3924463DA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FROZEN LAKE PROJECT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BBB0DB0-CDA1-2389-D334-A69631AB5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FFFFFF"/>
                </a:solidFill>
              </a:rPr>
              <a:t>PABLO MARTINEZ URONES </a:t>
            </a:r>
          </a:p>
          <a:p>
            <a:r>
              <a:rPr lang="es-ES" dirty="0">
                <a:solidFill>
                  <a:srgbClr val="FFFFFF"/>
                </a:solidFill>
              </a:rPr>
              <a:t>ALEJANDRO QUESADA SUAREZ</a:t>
            </a:r>
          </a:p>
        </p:txBody>
      </p:sp>
    </p:spTree>
    <p:extLst>
      <p:ext uri="{BB962C8B-B14F-4D97-AF65-F5344CB8AC3E}">
        <p14:creationId xmlns:p14="http://schemas.microsoft.com/office/powerpoint/2010/main" val="35989440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AutoShape 2" descr=", generada por IA">
            <a:extLst>
              <a:ext uri="{FF2B5EF4-FFF2-40B4-BE49-F238E27FC236}">
                <a16:creationId xmlns:a16="http://schemas.microsoft.com/office/drawing/2014/main" id="{650B7F3C-6D99-61D7-EFF5-D59D703A6C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67CF63A-30F2-6585-20CF-31DFBEE10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6969"/>
            <a:ext cx="12190476" cy="692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7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AutoShape 2" descr=", generada por IA">
            <a:extLst>
              <a:ext uri="{FF2B5EF4-FFF2-40B4-BE49-F238E27FC236}">
                <a16:creationId xmlns:a16="http://schemas.microsoft.com/office/drawing/2014/main" id="{E83A3564-05B6-93C6-A735-62B82EDBBD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5" name="AutoShape 4" descr=", generada por IA">
            <a:extLst>
              <a:ext uri="{FF2B5EF4-FFF2-40B4-BE49-F238E27FC236}">
                <a16:creationId xmlns:a16="http://schemas.microsoft.com/office/drawing/2014/main" id="{E70EBB60-2A3B-34D8-CEAE-9B4DB02691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6" name="AutoShape 6" descr=", generada por IA">
            <a:extLst>
              <a:ext uri="{FF2B5EF4-FFF2-40B4-BE49-F238E27FC236}">
                <a16:creationId xmlns:a16="http://schemas.microsoft.com/office/drawing/2014/main" id="{854677D0-0377-9A60-DEB0-6C8E01892A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7" name="AutoShape 8" descr=", generada por IA">
            <a:extLst>
              <a:ext uri="{FF2B5EF4-FFF2-40B4-BE49-F238E27FC236}">
                <a16:creationId xmlns:a16="http://schemas.microsoft.com/office/drawing/2014/main" id="{AD3A7883-02B2-62E3-4B26-EF6B463174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400800" y="3733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AB4DAE-6F38-52EC-5F2D-71D6B9A3A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1"/>
            <a:ext cx="12192000" cy="685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436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AutoShape 2" descr=", generada por IA">
            <a:extLst>
              <a:ext uri="{FF2B5EF4-FFF2-40B4-BE49-F238E27FC236}">
                <a16:creationId xmlns:a16="http://schemas.microsoft.com/office/drawing/2014/main" id="{491445FE-7C1D-AC9C-4B6E-56639BE24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40AD90-AD0E-94B1-3A4F-6D729EA3A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580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04811D5-A8D9-3176-D66C-0B09AA40E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29" r="1065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839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A3053BD1-28BE-20F9-FA70-82E5DC69B9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586" r="1508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505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44511D0-84B5-B85B-0D1B-DB762128B1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" y="0"/>
            <a:ext cx="12185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899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</Words>
  <Application>Microsoft Office PowerPoint</Application>
  <PresentationFormat>Panorámica</PresentationFormat>
  <Paragraphs>3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FROZEN LAKE PROJECT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Alejandro Quesada Suárez</dc:creator>
  <cp:lastModifiedBy>Alejandro Quesada Suárez</cp:lastModifiedBy>
  <cp:revision>2</cp:revision>
  <dcterms:created xsi:type="dcterms:W3CDTF">2026-05-04T14:08:47Z</dcterms:created>
  <dcterms:modified xsi:type="dcterms:W3CDTF">2026-05-19T11:31:16Z</dcterms:modified>
</cp:coreProperties>
</file>